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10" Type="http://schemas.openxmlformats.org/officeDocument/2006/relationships/image" Target="../media/image37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760708" y="3248025"/>
            <a:ext cx="4670583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Jirone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71912" y="4305300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Digitizing the Campus Dining Experience at ADTU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71912" y="4991100"/>
            <a:ext cx="4448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Seamless Ordering • Real-time Tracking • Cashless Payment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5937" y="1781175"/>
            <a:ext cx="100012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4194"/>
            <a:ext cx="52387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04194"/>
            <a:ext cx="52387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1661219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Current Challenge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661219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261419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Congestion &amp; Delays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775769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During peak hours, canteen queues become unmanageable. Students spend their limited break time waiting in line rather than eating, leading to frustration and lost revenue.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261419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Manual Inefficiency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3775769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Cash handling slows down service. Manual order tracking leads to errors, "lost" tickets, and difficulty in managing kitchen inventory across different blocks (A, B, J, K).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289994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289994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630691" y="2241202"/>
            <a:ext cx="493061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943350" y="4654748"/>
            <a:ext cx="4305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smart, block-specific web application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1775519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Student Journey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1775519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71500" y="4261544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705" y="309949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10733" y="3842444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Scan &amp; Select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4356794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Student scans QR code at their table or selects their specific Block (A, B, J, K).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1385" y="309949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3383413" y="3842444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Add to Cart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444180" y="4356794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Browse menu with Veg/Non-Veg filters and search. Add items to cart.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4066" y="309949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256094" y="3842444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Secure Pay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16860" y="4356794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Pay instantly via Razorpay (UPI/Card) or choose Pay at Counter.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6746" y="309949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128774" y="3842444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Track &amp; Eat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189541" y="4356794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Receive email invoice. Watch status change from "Pending" to "Ready".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1105" y="3242369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9973" y="3242369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2653" y="3242369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19146" y="3242369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6557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56557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56557"/>
            <a:ext cx="3492549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1513582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Student-Centric Features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1513582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84223" y="351383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Block Filtering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7250" y="402818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Menu items are dynamically filtered based on the student's location (Block A, B, J, or K), ensuring relevant availability.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562523" y="351383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Real-Time Status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35549" y="402818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Powered by Firestore real-time listeners, students see order status updates instantly without refreshing the page.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340822" y="351383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Auto-Invoicing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13849" y="402818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PDF receipt generation sent directly to the registered email via EmailJS integration.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281850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81850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1424" y="2818507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23219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1480244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Tech Stack &amp; Architecture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480244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666107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JavaScript (ES6), CSS3 Variables.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320903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 (BaaS):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Google Firebase (v11) for Authentication and Firestore Database.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405675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Role-based access control (Admin vs. Student) via email domain validation.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90448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Razorpay (Payments), EmailJS (Notifications), jsPDF (Document generation).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4875" y="327094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915275" y="4413944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Serverless Architecture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3257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66182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13907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61632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81750" y="2269997"/>
            <a:ext cx="5238751" cy="4281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62000" y="1513730"/>
            <a:ext cx="4800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Automated Documentation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286628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Jirone treats every order professionally. Upon successful checkout: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200150" y="385688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333500" y="3856880"/>
            <a:ext cx="4000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PDF Generation: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Client-side generation of a detailed invoice using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jsPDF-autotable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162050" y="460935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333500" y="4609355"/>
            <a:ext cx="40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Email Delivery: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PDF is attached and sent instantly to the student's registered email using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EmailJS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85" name="Google Shape;185;p19" title="WhatsApp Image 2025-11-27 at 13.15.27.jpeg"/>
          <p:cNvPicPr preferRelativeResize="0"/>
          <p:nvPr/>
        </p:nvPicPr>
        <p:blipFill rotWithShape="1">
          <a:blip r:embed="rId4">
            <a:alphaModFix/>
          </a:blip>
          <a:srcRect b="0" l="1813" r="2235" t="0"/>
          <a:stretch/>
        </p:blipFill>
        <p:spPr>
          <a:xfrm>
            <a:off x="7512850" y="1682175"/>
            <a:ext cx="4095750" cy="41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7219"/>
            <a:ext cx="52387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1118294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Admin Operations Center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1118294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327969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Kitchen Management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842319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Admins (authenticated via specific ADTU email domains) have access to a specialized dashboard to manage the canteen flow.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0" y="4102000"/>
            <a:ext cx="562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45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Order Management:</a:t>
            </a: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View live orders, mark as "Ready", and trigger WhatsApp notifications.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76250" y="5204525"/>
            <a:ext cx="51435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906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Stock Control:</a:t>
            </a: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Toggle menu item availability (Stock In/Out) instantly across all student devices.</a:t>
            </a:r>
            <a:endParaRPr sz="1300"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638" y="438536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350" y="5473619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67425" y="2327975"/>
            <a:ext cx="5706199" cy="321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62000" y="2580382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Projected Impact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2580382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3523357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40%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4380607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Reduction in Wait Time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381500" y="3523357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381500" y="4380607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Digital Record Keeping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191500" y="3523357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191500" y="4380607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Manual Calculation Errors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762000" y="1480244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Future Roadmap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1480244"/>
            <a:ext cx="57150" cy="5619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762000" y="2701824"/>
            <a:ext cx="485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Pre-Ordering: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Allow students to order food before class ends to pick up immediately.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679400" y="2701833"/>
            <a:ext cx="4857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Analytics Dashboard: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Visual charts for admins to track peak hours and popular items.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3667125" y="4653855"/>
            <a:ext cx="485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Push Notifications: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Native notifications when food is ready.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701836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9400" y="270183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7125" y="4653855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3870721" y="2540198"/>
            <a:ext cx="445055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5024437" y="3845123"/>
            <a:ext cx="2143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 for listening.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4933950" y="4721423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contact@jirone-adtu.in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3950" y="4740473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